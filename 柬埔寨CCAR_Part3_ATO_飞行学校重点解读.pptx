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柬埔寨 CCAR Part 3：飞行员培训与ATO飞行学校重点解读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重点关注：飞行学校（ATO）的资质、课程、人员、设施与管理要求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来源：柬埔寨民航局 CCAR Part 3 ATO Issue 3 Rev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法规结构与适用范围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适用对象：经批准的培训机构（ATO），开展飞行员/航空人员培训的组织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核心内容：ATO认证、持续有效、课程批准与飞行训练附加要求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与其他规章联动：许可/等级要求见 CCAR Part 2；AME相关训练见 Part 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参考：Contents, 3.1–3.3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ATO证书与培训规格（Training Specs）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证书由局方签发，载明证书编号、批准课程、授权范围与限制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证书需在机构主要场所公开展示并可供检查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培训规格列明批准课程、地点、外包单位、修订日期等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参考：3.2.3, 3.2.4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申请/新增课程需要提交的材料（重点）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课程大纲/教学计划/课件/程序与课程训练手册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质量手册或质量体系文件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安全管理系统（SMS）文件（如适用）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合规清单与局方要求的其他资料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参考：3.2.5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持续有效与监管检查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需持续符合本规章及SMS/质量要求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局方可进入人员、设施、设备与记录进行检查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检查至少每年一次；发现问题将书面通知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重大变更（如关键管理人员）需通报并接受审批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参考：3.2.8–3.2.12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设施设备与训练环境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设施与工作环境须满足培训任务并经认可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具备/可获得必要设备与训练材料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训练设备需符合局方的资格/标准要求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可在境外设点，但仍需满足本规章要求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参考：3.2.14, 3.2.13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人员与组织要求（飞行学校重点）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教员需具备相应执照/等级并完成初训与复训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管理结构需确保监督与高标准运行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人员数量应充分，飞行教员与学员比例建议不超过 6:1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地面实操类课程班级人数建议不超过 20 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参考：3.2.15, 3.3.3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记录、质量与安全管理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建立可追溯的记录系统，保护记录并可及时检索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管理系统应包含安全政策、风险识别与缓解措施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质量保证要形成闭环，向责任经理反馈纠正措施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事件/偏差需在规定时间内报告并跟踪改进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参考：3.2.16–3.2.20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ATO培训与程序手册（Training &amp; Procedures Manual）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手册需经局方批准，用于指导人员与学员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应包含：批准培训范围、课程内容、设施与质量系统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明确责任经理与关键岗位的职责与资质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说明教员能力维持与评估的程序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参考：3.2.22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飞行员课程批准（飞行训练附加要求）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每一门飞行课程需向局方申请批准或修订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课程应符合 Part 2 对训练时长与内容的最低要求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课程需描述：训练场地、设备、FSTD、训练机场、机型与教员资质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UPRT、MPL、机型等级课程等有专门要求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参考：3.3.2–3.3.2.6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47A1"/>
                </a:solidFill>
              </a:defRPr>
            </a:pPr>
            <a:r>
              <a:t>飞行学校行动清单（建议落地）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建立“证书+培训规格+课程包”的文件体系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完善质量体系与SMS并形成闭环记录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确保教员资质与培训记录可追溯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</a:defRPr>
            </a:pPr>
            <a:r>
              <a:t>定期自查：设施、设备、课程、教员与记录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</a:defRPr>
            </a:pPr>
            <a:r>
              <a:t>基于 CCAR Part 3 ATO 关键条款提炼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