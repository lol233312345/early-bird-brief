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Society 4.0 – Coordinate Around Common Awareness of the Whole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Scharmer (2018) 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7899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Society 4.0 focuses on shared awareness of the whole system.</a:t>
            </a:r>
          </a:p>
          <a:p>
            <a:pPr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Flight training depends on coordination, safety, and timing.</a:t>
            </a:r>
          </a:p>
          <a:p>
            <a:pPr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Scientific, Technical, and Musical interests support this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16161"/>
                </a:solidFill>
              </a:defRPr>
            </a:pPr>
            <a:r>
              <a:t>(Scharmer, 2018)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Essence of Systems Thinking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Scharmer (2018) Chapter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7899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Systems thinking means seeing relationships, not isolated parts.</a:t>
            </a:r>
          </a:p>
          <a:p>
            <a:pPr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Flying requires analysis, technical control, and coordinated flow.</a:t>
            </a:r>
          </a:p>
          <a:p>
            <a:pPr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My interests support this leadership approach.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16161"/>
                </a:solidFill>
              </a:defRPr>
            </a:pPr>
            <a:r>
              <a:t>(Scharmer, 2018)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Co‑Shaping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Scharmer (2018) Chapter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7899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Co‑shaping is learning and acting together.</a:t>
            </a:r>
          </a:p>
          <a:p>
            <a:pPr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Flight instruction shapes skills, judgment, and confidence.</a:t>
            </a:r>
          </a:p>
          <a:p>
            <a:pPr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My interests align with this leadership process.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16161"/>
                </a:solidFill>
              </a:defRPr>
            </a:pPr>
            <a:r>
              <a:t>(Scharmer, 2018)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